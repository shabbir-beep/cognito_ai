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1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73152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SOVEREIGN ON-PREMISE AGENTIC AI WORKBENCH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0257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Problem Statement ID: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SIH26117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Problem Statement Title: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Sovereign On-Premise Agentic AI Workbench using Open-Weight Multimodal LLMs for Confidential Industrial 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Organization: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Mangalore Refinery and Petrochemicals Limited (MRPL)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Theme &amp; PS Category: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Smart Automation  | 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Team ID &amp; Name: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[Registered Team ID]  —  [Registered Team Name]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Platform &amp; Architecture: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Air-Gapped, Zero-Install Portable Windows/Linux Executable with Embedded Ollama Runtime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0352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D97706"/>
                </a:solidFill>
                <a:latin typeface="Arial"/>
              </a:defRPr>
            </a:pPr>
            <a:r>
              <a:t>Project Scope Summary: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An industrial-grade, fully sovereign on-premise desktop AI workbench built for MRPL. Delivers automated multi-turn engineering reasoning, SOP compliance audits (Hydrocracker, FCCU), P&amp;ID drawing analysis, hardware-aware 32-model management, and 1-click executive document generation under strict zero-external-network isolation.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2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SOVEREIGN AI WORKBENCH — PROBLEM &amp;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120640" cy="2377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91C1C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Confidential Data Risk: Sensitive approval notes, P&amp;IDs, Hydrocracker / FCCU telemetry logs, and internal operating code cannot leave refinery premises.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Cloud AI Policy Gap: Commercial cloud AI assistants (OpenAI, Claude) create catastrophic data leakage and cybersecurity compliance violations.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Operational Bottleneck: Manual log verification and cross-referencing against heavy SOP manuals delays maintenance clearance and reduces plant throughput.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120640" cy="2514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5803D"/>
                </a:solidFill>
                <a:latin typeface="Arial"/>
              </a:defRPr>
            </a:pPr>
            <a:r>
              <a:t>THE PROPOSED SOLUTION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100% Self-Hosted &amp; Sovereign: Fully offline desktop workstation running on refinery hardware with verifiable zero external network traffic.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Hardware-Aware Intelligence: Auto-detects real CPU/RAM/VRAM and scores a 32-model catalog to run the best-fit model comfortably.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Multi-Format File Ingestion: Native extraction from Word, Excel telemetry sheets, PDFs, code files, and P&amp;ID diagrams.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Automated Deliverable Dispatch: One-click generation of signed executive approval notes in DOCX and PDF directly to Desktop.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188720"/>
            <a:ext cx="5425135" cy="5074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369A1"/>
                </a:solidFill>
                <a:latin typeface="Arial"/>
              </a:defRPr>
            </a:pPr>
            <a:r>
              <a:t>CORE AGENTIC PILLARS &amp; WORKBENCH CAPABILITIES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1. Multi-Step Industrial Planning: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AI audits live telemetry against MRPL SOP limits (MAWP &lt;= 150 bar, 6-month PSV calibration window) and formats structured approval notes.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2. Local Tool &amp; File Integration: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Universal parser extracts text, tables, and sensor metrics from .docx, .xlsx, .pdf, code, and telemetry logs.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3. Open-Weight 32-Model Hub: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Categorized repository (Coding, DeepSeek Reasoning, Vision, General SOP, Enterprise) with 1-click streaming downloads and cancel support.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4. Scan &amp; Drawing Understanding: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Multimodal visual models (LLaVA, Moondream, Llama-3.2-Vision) inspect P&amp;ID schematics and equipment gauge readings.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5. VRAM &amp; Process Safety Sandbox: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Windows Job Object (KILL_ON_JOB_CLOSE), orphan cleanup, and keep_alive=0 dynamic memory release.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6. Executive Deliverable Export: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Styled ReportLab PDF and python-docx approval note generator dispatched directly to OS Desktop.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3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TECHNICAL APPROACH &amp;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2120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1. LAYERED LOCAL WORKBENCH STACK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Presentation Layer: Single-Page App in PyWebView (HTML5/CSS3/JS); 5 luxury themes (Midnight Obsidian, Titanium, Azure, Matrix, Amethyst) + custom palette builder; real-time stop button.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Backend Server (main.py): Multithreaded TCP Server on port 8085; REST API + NDJSON streaming progress endpoints; daemon thread dispatch.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Core Engine (sovereign_engine.py): Hardware detection, 32-model catalog scorer, multi-turn chat orchestrator, universal file parser.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Process &amp; Memory Supervisor: Win32 Job Object (0x2000), startup orphan process killer, dynamic VRAM model unloader (keep_alive=0).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Inference Layer: Embedded portable Ollama daemon (port 11434) running quantized GGUF weights on CUDA GPU / CPU AVX2.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Air-Gap Isolation: Hardcoded loopback (127.0.0.1), zero outbound calls, standalone data/ directory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333695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369A1"/>
                </a:solidFill>
                <a:latin typeface="Arial"/>
              </a:defRPr>
            </a:pPr>
            <a:r>
              <a:t>2. STREAMLINED INSPECTION &amp; APPROVAL WORKFLOW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1: Telemetry &amp; Report Ingestion: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Operator attaches Hydrocracker / FCCU logs, Excel sensor data, or P&amp;ID drawings.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2: Context Parsing: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Universal parser extracts operating pressures (142.5 bar), temperatures (410°C), and valve tags (PSV-102A).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3: Hardware-Guided Model Routing: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Engine matches prompt complexity to the optimal installed model (e.g., DeepSeek-R1 / Qwen2.5).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4: SOP Compliance Audit: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LLM checks operating pressure against MRPL SOP limits (MAWP: 150 bar, 140 bar threshold audit).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5: Executive Deliverable Generation: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Auto-formats structured findings with executive summary, compliance status, and signature lines.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Step 6: Direct Desktop Dispatch: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Builds formatted .docx and styled .pdf documents directly on Desktop and launches in Word.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Implementation Components: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Agent Harness: Multithreaded Python (main.py + sovereign_engine.py) | Inference: Embedded Portable Ollama + GGUF Quantized Models (CUDA / CPU AVX2) | File Ingestion: Native python-docx, openpyxl, PDF &amp; text parsers | UI Framework: PyWebView + Luxury Responsive HTML5 SPA (5 Themes) | Safety &amp; Isolation: Win32 Job Object (KILL_ON_JOB_CLOSE) + Dynamic VRAM Unloader (keep_alive: 0) + Zero-Egress Loopback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4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FEASIBILITY, VIABILITY &amp; RISK MITIGATION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1. Foundation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Portable EXE, server &amp; embedded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2. Model Hub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32 models, 1-click streaming pull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3. Guardrails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Job Object, VRAM unloader &amp; orphan killer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4. Agentic Core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Multi-turn memory &amp; MRPL SOP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5. File Ingestion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DOCX, XLSX, PDF &amp; P&amp;ID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188720"/>
            <a:ext cx="169164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6. Deliverables</a:t>
            </a:r>
          </a:p>
          <a:p>
            <a:pPr algn="ctr">
              <a:defRPr sz="750">
                <a:solidFill>
                  <a:srgbClr val="334155"/>
                </a:solidFill>
                <a:latin typeface="Arial"/>
              </a:defRPr>
            </a:pPr>
            <a:r>
              <a:t>ReportLab PDF &amp; Word to Desktop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2240280"/>
          <a:ext cx="51206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</a:tblGrid>
              <a:tr h="795527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Single Workstation Feasibility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Implementation &amp; Verification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0F172A"/>
                          </a:solidFill>
                        </a:defRPr>
                      </a:pPr>
                      <a:r>
                        <a:t>Open-Weight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Curated 32-model catalog (0.135B to 70B) covering Qwen2.5, DeepSeek-R1, Llama-3.2, Gemma-2, Moondream, Mistral.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0F172A"/>
                          </a:solidFill>
                        </a:defRPr>
                      </a:pPr>
                      <a:r>
                        <a:t>Quantized GGUF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4-bit/8-bit quantization fits low-end GPUs (2GB VRAM GT 710) up to multi-GPU high-memory servers.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0F172A"/>
                          </a:solidFill>
                        </a:defRPr>
                      </a:pPr>
                      <a:r>
                        <a:t>Embedded Runtime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Standalone Ollama daemon with isolated storage (data/models/); zero admin rights or installs needed.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0F172A"/>
                          </a:solidFill>
                        </a:defRPr>
                      </a:pPr>
                      <a:r>
                        <a:t>Portable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All settings, sessions, models, and exports stored in portable data/ folder packaged in single ~21MB ZIP.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240280"/>
          <a:ext cx="542513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1950415"/>
              </a:tblGrid>
              <a:tr h="795527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Identified Risk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Control Implemented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Live Demo Evidence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</a:defRPr>
                      </a:pPr>
                      <a:r>
                        <a:t>Model Exceeds VRAM (OOM)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Hardware profiler + formula: Mem = Params * 0.65 + 0.8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Dynamic badges (Optimal, Full GPU, CPU) prevent OOM crashes.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</a:defRPr>
                      </a:pPr>
                      <a:r>
                        <a:t>VRAM Leak / Zombie Tasks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Win32 Job Object (0x2000) + dynamic keep_alive: 0 unloader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Verified via nvidia-smi: 0 MB VRAM retained after exit/switch.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</a:defRPr>
                      </a:pPr>
                      <a:r>
                        <a:t>Cloud Data Leakage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Hardcoded loopback (127.0.0.1) with zero external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Wireshark records 0 outbound packets during chat and export.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F172A"/>
                          </a:solidFill>
                        </a:defRPr>
                      </a:pPr>
                      <a:r>
                        <a:t>Interrupted Downloads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NDJSON streaming reader with thread cancellation event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850">
                          <a:solidFill>
                            <a:srgbClr val="1E293B"/>
                          </a:solidFill>
                        </a:defRPr>
                      </a:pPr>
                      <a:r>
                        <a:t>Live byte progress bar with instant responsive Cancel button.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5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IMPACT, BENEFITS &amp; INDUSTRIAL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120640" cy="5074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WORKFLOW TRANSFORMATION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⚙️ Gear 1: Profile &amp; Route: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Hardware profiler auto-detects GPU/RAM and routes task to optimal model from 32-model hub.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⚙️ Gear 2: Read &amp; Ingest: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Universal parser extracts telemetry metrics from Excel sensor logs, DOCX, and P&amp;ID drawings.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⚙️ Gear 3: Audit in Sandbox: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Local LLM evaluates operational parameters against MRPL SOP limits (MAWP threshold, valve dates).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⚙️ Gear 4: Deliver &amp; Clear: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Exports signed executive approval note to Desktop and releases VRAM immediately.</a:t>
            </a:r>
          </a:p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WHY IT MATTERS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Absolute Confidentiality: Telemetry logs, tariff accounting, and internal memos never leave refinery boundaries.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Zero-Friction Portability: Single ~21MB ZIP runs out-of-the-box on Windows/Linux without admin privileges or pip installs.</a:t>
            </a:r>
          </a:p>
          <a:p>
            <a:pPr>
              <a:defRPr sz="880">
                <a:solidFill>
                  <a:srgbClr val="1E293B"/>
                </a:solidFill>
                <a:latin typeface="Arial"/>
              </a:defRPr>
            </a:pPr>
            <a:r>
              <a:t>• Hardware Inclusivity: Runs on modest 2GB VRAM cards (GT 710) up to multi-GPU enterprise AI workstations.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5425135" cy="507492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STAKEHOLDER VALUE MATRIX (BEFORE VS. AFTER)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👨‍💼 Plant &amp; Operations Engineers: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Before: Manual spreadsheet parsing &amp; cross-referencing against 200+ page SOP manuals.</a:t>
            </a:r>
          </a:p>
          <a:p>
            <a:pPr>
              <a:defRPr sz="850" b="1">
                <a:solidFill>
                  <a:srgbClr val="15803D"/>
                </a:solidFill>
                <a:latin typeface="Arial"/>
              </a:defRPr>
            </a:pPr>
            <a:r>
              <a:t>After: Instant file ingestion, automated telemetry audits, and evidence-backed draft notes.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🛡️ Operations &amp; Safety Approvers: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Before: Slow, multi-day document review cycles causing operational delays.</a:t>
            </a:r>
          </a:p>
          <a:p>
            <a:pPr>
              <a:defRPr sz="850" b="1">
                <a:solidFill>
                  <a:srgbClr val="15803D"/>
                </a:solidFill>
                <a:latin typeface="Arial"/>
              </a:defRPr>
            </a:pPr>
            <a:r>
              <a:t>After: Structured, standardized, and traceable compliance memos generated in seconds.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🔒 IT &amp; Cybersecurity Officers: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Before: Massive risk of proprietary refinery data leakage via public cloud LLMs.</a:t>
            </a:r>
          </a:p>
          <a:p>
            <a:pPr>
              <a:defRPr sz="850" b="1">
                <a:solidFill>
                  <a:srgbClr val="15803D"/>
                </a:solidFill>
                <a:latin typeface="Arial"/>
              </a:defRPr>
            </a:pPr>
            <a:r>
              <a:t>After: 100% on-premise air-gapped execution with verifiable zero egress traffic.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🏢 Executive Management: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Before: High recurring cloud API costs, vendor lock-in, and compliance penalties.</a:t>
            </a:r>
          </a:p>
          <a:p>
            <a:pPr>
              <a:defRPr sz="850" b="1">
                <a:solidFill>
                  <a:srgbClr val="15803D"/>
                </a:solidFill>
                <a:latin typeface="Arial"/>
              </a:defRPr>
            </a:pPr>
            <a:r>
              <a:t>After: Zero license costs, offline USB-deployable solution across all refinery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SMART INDIA HACKATHON 2026  •  SOVEREIGN ON-PREMISE AGENTIC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31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Arial"/>
              </a:defRPr>
            </a:pPr>
            <a:r>
              <a:t>PS ID: SIH26117  |  MRPL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@SIH Idea submission - Template  |  Mangalore Refinery and Petrochemicals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6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RESEARCH, REFERENCES &amp; IMPLEMENTATION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12064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803D"/>
                </a:solidFill>
                <a:latin typeface="Arial"/>
              </a:defRPr>
            </a:pPr>
            <a:r>
              <a:t>LIVE DEMONSTRATION CHECKLIST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[x] Hardware Auto-Profiling: Accurately detects CPU cores, RAM, free disk, and GPU VRAM via nvidia-smi and auto-recommends optimal model.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[x] Interactive 32-Model Hub: 1-click NDJSON streaming download with real-time progress bar and responsive cancel support.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[x] Multi-Format Context Ingestion: Extracts and injects text from Word documents, Excel telemetry sheets, PDFs, and code files into prompt.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[x] Executive Deliverable Dispatch: One-click generation of styled ReportLab PDFs and formatted Microsoft Word (.docx) approval memos to Desktop.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[x] 100% VRAM &amp; Process Safety: Windows Job Object (KILL_ON_JOB_CLOSE) + keep_alive: 0 model unloading ensures 0 MB VRAM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542513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10-STAGE IMPLEMENTATION ROADMAP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1. SIH Scope: Defined air-gapped, multimodal sovereign AI scope for MRPL refinery.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2. Portable Architecture: Built self-contained data/ folder structure and standalone EXE.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3. Embedded Inference: Bundled standalone Ollama daemon with isolated OLLAMA_MODELS.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4. Universal Ingestion: Native python-docx, openpyxl, PDF and diagram text extractors.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5. Strict Air-Gap Proof: Hardcoded loopback (127.0.0.1) with zero outbound network calls.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6. Hardware Auto-Scoring: Memory formula scoring with dynamic visual fit badges.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7. Curated 32-Model Hub: Categorized catalog with 1-click download and live progress bars.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8. VRAM &amp; Process Guard: Win32 Job Object supervisor and dynamic keep_alive: 0 unloader.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9. Document Generator: ReportLab PDF formatting and direct desktop Word dispatch.</a:t>
            </a:r>
          </a:p>
          <a:p>
            <a:pPr>
              <a:defRPr sz="819">
                <a:solidFill>
                  <a:srgbClr val="1E293B"/>
                </a:solidFill>
                <a:latin typeface="Arial"/>
              </a:defRPr>
            </a:pPr>
            <a:r>
              <a:t>10. Luxury Modern UI: 5 preset themes, custom palette builder, and stop response controller.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4155"/>
                </a:solidFill>
                <a:latin typeface="Arial"/>
              </a:defRPr>
            </a:pPr>
            <a:r>
              <a:t>Technical References &amp; URLs:</a:t>
            </a:r>
          </a:p>
          <a:p>
            <a:pPr>
              <a:defRPr sz="780">
                <a:solidFill>
                  <a:srgbClr val="475569"/>
                </a:solidFill>
                <a:latin typeface="Arial"/>
              </a:defRPr>
            </a:pPr>
            <a:r>
              <a:t>SIH Portal: sih.gov.in/sih2026PS (Problem Statement SIH26117) | Inference Engine: ollama.com, github.com/ollama/ollama, github.com/ggml-org/llama.cpp | Parsing &amp; Docs: github.com/python-openxml/python-docx, github.com/openpyxl/openpyxl, github.com/reportlab/reportlab | Open-Weight Models: github.com/qwenlm/Qwen2.5, github.com/deepseek-ai/DeepSeek-R1, github.com/meta-llama/llama-models, github.com/vikhyat/moondream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